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Old Standard TT"/>
      <p:regular r:id="rId26"/>
      <p:bold r:id="rId27"/>
      <p: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regular.fntdata"/><Relationship Id="rId25" Type="http://schemas.openxmlformats.org/officeDocument/2006/relationships/slide" Target="slides/slide20.xml"/><Relationship Id="rId28" Type="http://schemas.openxmlformats.org/officeDocument/2006/relationships/font" Target="fonts/OldStandardTT-italic.fntdata"/><Relationship Id="rId27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ba8ed0ee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ba8ed0e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ba8ed0ee8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ba8ed0e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ba8ed0ee8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ba8ed0ee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ba8ed0ee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ba8ed0ee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monkey has an ID associated with him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ba8ed0ee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ba8ed0ee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a8ed0ee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a8ed0ee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ba8ed0ee8_0_1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ba8ed0ee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a8ed0ee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a8ed0ee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a8ed0ee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a8ed0ee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ba8ed0ee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ba8ed0ee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ba8ed0ee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ba8ed0ee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a8ed0ee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ba8ed0ee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ba8ed0ee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ba8ed0ee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ba8ed0ee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ba8ed0ee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a8ed0ee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a8ed0ee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a8ed0ee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ba8ed0ee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NEAT to play </a:t>
            </a:r>
            <a:r>
              <a:rPr i="1" lang="en"/>
              <a:t>Sonic The Hedgehog 2</a:t>
            </a:r>
            <a:endParaRPr i="1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Axyl Fredrick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NEAT work?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907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NeuroEvolution of Augmenting Topologies (NEAT)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Algorithm for optimizing weights and network connections.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NEAT evolves the architecture and topology, not just the weights.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Maintains diversity through speciation.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907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Encoding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Adds new genes to </a:t>
            </a:r>
            <a:r>
              <a:rPr lang="en" sz="2500"/>
              <a:t>population</a:t>
            </a:r>
            <a:r>
              <a:rPr lang="en" sz="2500"/>
              <a:t> and sensibly mates such that there are diverse topologies.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The population is divided into species, and explicit fitness sharing is used to prevent a species from becoming too big.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907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NEAT is neat!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Unlike other learning algorithms, NEAT learns the weight values on its own.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Every connection is encoded, and the best survive.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NEAT optimizes and complexifies solutions (Stanley 124)!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Gene alignment to allow species to reproduce.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832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a population of monkeys typing out a novel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3970550"/>
            <a:ext cx="85206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Source: https://commons.wikimedia.org/wiki/File:Typing_monkey_Color768px.png</a:t>
            </a:r>
            <a:endParaRPr/>
          </a:p>
        </p:txBody>
      </p:sp>
      <p:pic>
        <p:nvPicPr>
          <p:cNvPr id="90" name="Google Shape;90;p18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6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75" y="11716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0685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425" y="120685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850" y="26263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550" y="2626300"/>
            <a:ext cx="1871976" cy="12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832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best survive, identified and rewarded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70550"/>
            <a:ext cx="85206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Source: https://commons.wikimedia.org/wiki/File:Typing_monkey_Color768px.png</a:t>
            </a:r>
            <a:endParaRPr/>
          </a:p>
        </p:txBody>
      </p:sp>
      <p:pic>
        <p:nvPicPr>
          <p:cNvPr id="102" name="Google Shape;102;p19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6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425" y="120685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850" y="26263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550" y="2626300"/>
            <a:ext cx="1871976" cy="12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104925"/>
            <a:ext cx="8832300" cy="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monkeys are born, and the intermediate monkeys kept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3970550"/>
            <a:ext cx="85206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Source: https://commons.wikimedia.org/wiki/File:Typing_monkey_Color768px.png</a:t>
            </a:r>
            <a:endParaRPr/>
          </a:p>
        </p:txBody>
      </p:sp>
      <p:pic>
        <p:nvPicPr>
          <p:cNvPr id="112" name="Google Shape;112;p20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6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425" y="120685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850" y="26263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550" y="2626300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850" y="1234475"/>
            <a:ext cx="1871976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 title="Typing_monkey_Color768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063" y="1234475"/>
            <a:ext cx="1871976" cy="12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907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I use?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Neat Python Library (with a Recurrent Network because recurrent networks looks at the past).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Gym Retro (OpenAI library for converting game to Python environment)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OpenCV (for the network to train on visual data)</a:t>
            </a:r>
            <a:endParaRPr sz="2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500"/>
              <a:t>For visuals:</a:t>
            </a:r>
            <a:endParaRPr sz="2500"/>
          </a:p>
          <a:p>
            <a:pPr indent="-387350" lvl="0" marL="457200" rtl="0" algn="l">
              <a:spcBef>
                <a:spcPts val="16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GraphViz and Matplotlib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Game Itself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</a:t>
            </a:r>
            <a:r>
              <a:rPr i="1" lang="en"/>
              <a:t>Sonic 2</a:t>
            </a:r>
            <a:r>
              <a:rPr lang="en"/>
              <a:t>?</a:t>
            </a:r>
            <a:endParaRPr/>
          </a:p>
        </p:txBody>
      </p:sp>
      <p:sp>
        <p:nvSpPr>
          <p:cNvPr id="134" name="Google Shape;134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Much </a:t>
            </a:r>
            <a:r>
              <a:rPr lang="en"/>
              <a:t>more</a:t>
            </a:r>
            <a:r>
              <a:rPr lang="en"/>
              <a:t> complex than other games like Snake.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Accessible game.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metrics for level progress (e.g. how far to the right Sonic is, rings, score)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infinite loops because time overs (death after 10 min) exist.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physics engine is interesting for a model to go through.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Sonic gets stuck! Soft lock!</a:t>
            </a:r>
            <a:endParaRPr/>
          </a:p>
        </p:txBody>
      </p:sp>
      <p:pic>
        <p:nvPicPr>
          <p:cNvPr id="140" name="Google Shape;140;p24" title="tough hill to clim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122300" cy="29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pa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6375" y="1210625"/>
            <a:ext cx="4149574" cy="29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Charts from one run of Emerald Hill Zone 1</a:t>
            </a:r>
            <a:endParaRPr/>
          </a:p>
        </p:txBody>
      </p:sp>
      <p:pic>
        <p:nvPicPr>
          <p:cNvPr id="147" name="Google Shape;147;p25" title="fitness_recurrentnet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00" y="1306025"/>
            <a:ext cx="4167275" cy="312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 title="speciation_recurrentnetwo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06038"/>
            <a:ext cx="4167275" cy="31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Charts from another run of Emerald Hill Zone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6" title="fitness-recurrentnet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50" y="1285575"/>
            <a:ext cx="3822276" cy="2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 title="speciation-recurrentnetwo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725" y="1297526"/>
            <a:ext cx="3822313" cy="2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Charts from one run of </a:t>
            </a:r>
            <a:r>
              <a:rPr lang="en"/>
              <a:t>Chemical Plant Zone 2</a:t>
            </a:r>
            <a:endParaRPr/>
          </a:p>
        </p:txBody>
      </p:sp>
      <p:pic>
        <p:nvPicPr>
          <p:cNvPr id="161" name="Google Shape;161;p27" title="fitness_recurrentnet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725" y="1526825"/>
            <a:ext cx="3802275" cy="28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 title="speciation_recurrentnetwo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775" y="1526825"/>
            <a:ext cx="3802275" cy="285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30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neural net look like?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1120 inputs, and 12 outputs.</a:t>
            </a:r>
            <a:endParaRPr/>
          </a:p>
        </p:txBody>
      </p:sp>
      <p:pic>
        <p:nvPicPr>
          <p:cNvPr id="168" name="Google Shape;168;p28" title="small fra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75" y="1855200"/>
            <a:ext cx="8351825" cy="12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1120 inputs?</a:t>
            </a:r>
            <a:endParaRPr/>
          </a:p>
        </p:txBody>
      </p:sp>
      <p:sp>
        <p:nvSpPr>
          <p:cNvPr id="174" name="Google Shape;174;p2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320 x 224 is the resolution of the Genesis.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split each piece into eighths, so we look at 40 x 28 chunks.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is about the size of 1 Sonic, which makes it convenient.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40 chunks x 28 chunks = 1120 chunks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model “sees”</a:t>
            </a:r>
            <a:endParaRPr/>
          </a:p>
        </p:txBody>
      </p:sp>
      <p:pic>
        <p:nvPicPr>
          <p:cNvPr id="180" name="Google Shape;180;p30" title="cutp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913" y="1573113"/>
            <a:ext cx="2796175" cy="19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12 outputs?</a:t>
            </a:r>
            <a:endParaRPr/>
          </a:p>
        </p:txBody>
      </p:sp>
      <p:sp>
        <p:nvSpPr>
          <p:cNvPr id="186" name="Google Shape;186;p31"/>
          <p:cNvSpPr txBox="1"/>
          <p:nvPr>
            <p:ph idx="2" type="body"/>
          </p:nvPr>
        </p:nvSpPr>
        <p:spPr>
          <a:xfrm>
            <a:off x="4939500" y="416225"/>
            <a:ext cx="3837000" cy="18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4 D-pad buttons, 6 face buttons (X, Y, Z, A, B, C), 1 start button, and 1 mode button (some inputs are for the 6 button controller only).</a:t>
            </a:r>
            <a:endParaRPr/>
          </a:p>
        </p:txBody>
      </p:sp>
      <p:pic>
        <p:nvPicPr>
          <p:cNvPr id="187" name="Google Shape;187;p31" title="SEGA-Genesis-6-Button-Controll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6425" y="2213875"/>
            <a:ext cx="2123149" cy="212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Produces a robust model from previous models.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Refines itself to be a better neural network and corrects its own mistakes.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Takes a long time to train for an optimal run, as it has the best of each segment. Doesn’t try to max out for all in one go.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